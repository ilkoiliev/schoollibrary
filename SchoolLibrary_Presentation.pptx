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2" r:id="rId10"/>
    <p:sldId id="266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8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SchoolLibrary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Курсов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проект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–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Интернет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програмиране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Обща 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Уеб приложение за управление на училищна библиотека.</a:t>
            </a:r>
          </a:p>
          <a:p>
            <a:r>
              <a:t>Позволява управление на книги, автори, ученици и заеми.</a:t>
            </a:r>
          </a:p>
          <a:p>
            <a:r>
              <a:t>Реализирано с ASP.NET Core MVC и Entity Framework Core.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Използвани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ASP.NET </a:t>
            </a:r>
            <a:r>
              <a:rPr dirty="0"/>
              <a:t>Core MVC</a:t>
            </a:r>
          </a:p>
          <a:p>
            <a:r>
              <a:rPr dirty="0" smtClean="0"/>
              <a:t>Entity </a:t>
            </a:r>
            <a:r>
              <a:rPr dirty="0"/>
              <a:t>Framework Core (Database First)</a:t>
            </a:r>
          </a:p>
          <a:p>
            <a:r>
              <a:rPr dirty="0" smtClean="0"/>
              <a:t>MS </a:t>
            </a:r>
            <a:r>
              <a:rPr dirty="0"/>
              <a:t>SQL Server</a:t>
            </a:r>
          </a:p>
          <a:p>
            <a:r>
              <a:rPr dirty="0" smtClean="0"/>
              <a:t>Bootstrap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интерфейс</a:t>
            </a:r>
            <a:endParaRPr dirty="0"/>
          </a:p>
          <a:p>
            <a:r>
              <a:rPr dirty="0" smtClean="0"/>
              <a:t>Visual </a:t>
            </a:r>
            <a:r>
              <a:rPr dirty="0"/>
              <a:t>Studio 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Приложението е реализирано със слоеста архитектура:</a:t>
            </a:r>
          </a:p>
          <a:p>
            <a:r>
              <a:t>• Repository слой – достъп до база данни</a:t>
            </a:r>
          </a:p>
          <a:p>
            <a:r>
              <a:t>• Service слой – бизнес логика</a:t>
            </a:r>
          </a:p>
          <a:p>
            <a:r>
              <a:t>• Controller слой – обработка на заявки</a:t>
            </a:r>
          </a:p>
          <a:p>
            <a:r>
              <a:t>• Views – потребителски интерфейс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Приложението</a:t>
            </a:r>
            <a:r>
              <a:rPr dirty="0"/>
              <a:t> е </a:t>
            </a:r>
            <a:r>
              <a:rPr dirty="0" err="1"/>
              <a:t>реализирано</a:t>
            </a:r>
            <a:r>
              <a:rPr dirty="0"/>
              <a:t> </a:t>
            </a:r>
            <a:r>
              <a:rPr dirty="0" err="1"/>
              <a:t>със</a:t>
            </a:r>
            <a:r>
              <a:rPr dirty="0"/>
              <a:t> </a:t>
            </a:r>
            <a:r>
              <a:rPr dirty="0" err="1"/>
              <a:t>слоеста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 smtClean="0"/>
              <a:t>:</a:t>
            </a:r>
            <a:endParaRPr lang="bg-BG" dirty="0" smtClean="0"/>
          </a:p>
          <a:p>
            <a:endParaRPr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39" y="2662433"/>
            <a:ext cx="7027121" cy="39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6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Основни модули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Books </a:t>
            </a:r>
            <a:r>
              <a:rPr dirty="0"/>
              <a:t>– CRUD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книги</a:t>
            </a:r>
            <a:endParaRPr dirty="0"/>
          </a:p>
          <a:p>
            <a:r>
              <a:rPr dirty="0" smtClean="0"/>
              <a:t>Authors </a:t>
            </a:r>
            <a:r>
              <a:rPr dirty="0"/>
              <a:t>–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автори</a:t>
            </a:r>
            <a:endParaRPr dirty="0"/>
          </a:p>
          <a:p>
            <a:r>
              <a:rPr dirty="0" smtClean="0"/>
              <a:t>Students </a:t>
            </a:r>
            <a:r>
              <a:rPr dirty="0"/>
              <a:t>– </a:t>
            </a:r>
            <a:r>
              <a:rPr dirty="0" err="1"/>
              <a:t>ученици</a:t>
            </a:r>
            <a:endParaRPr dirty="0"/>
          </a:p>
          <a:p>
            <a:r>
              <a:rPr dirty="0" smtClean="0"/>
              <a:t>Loans </a:t>
            </a:r>
            <a:r>
              <a:rPr dirty="0"/>
              <a:t>– </a:t>
            </a:r>
            <a:r>
              <a:rPr dirty="0" err="1"/>
              <a:t>заемане</a:t>
            </a:r>
            <a:r>
              <a:rPr dirty="0"/>
              <a:t> и </a:t>
            </a:r>
            <a:r>
              <a:rPr dirty="0" err="1"/>
              <a:t>връщане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книги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Допълнителни функционалности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Глобално</a:t>
            </a:r>
            <a:r>
              <a:rPr dirty="0" smtClean="0"/>
              <a:t> </a:t>
            </a:r>
            <a:r>
              <a:rPr dirty="0" err="1"/>
              <a:t>търсене</a:t>
            </a:r>
            <a:endParaRPr dirty="0"/>
          </a:p>
          <a:p>
            <a:r>
              <a:rPr dirty="0" err="1" smtClean="0"/>
              <a:t>Странициране</a:t>
            </a:r>
            <a:r>
              <a:rPr dirty="0" smtClean="0"/>
              <a:t> </a:t>
            </a:r>
            <a:r>
              <a:rPr dirty="0"/>
              <a:t>(Pagination)</a:t>
            </a:r>
          </a:p>
          <a:p>
            <a:r>
              <a:rPr dirty="0" smtClean="0"/>
              <a:t>Dashboard </a:t>
            </a:r>
            <a:r>
              <a:rPr dirty="0" err="1"/>
              <a:t>начална</a:t>
            </a:r>
            <a:r>
              <a:rPr dirty="0"/>
              <a:t> </a:t>
            </a:r>
            <a:r>
              <a:rPr dirty="0" err="1"/>
              <a:t>страница</a:t>
            </a:r>
            <a:endParaRPr dirty="0"/>
          </a:p>
          <a:p>
            <a:r>
              <a:rPr dirty="0" err="1" smtClean="0"/>
              <a:t>Валидации</a:t>
            </a:r>
            <a:r>
              <a:rPr dirty="0" smtClean="0"/>
              <a:t> </a:t>
            </a:r>
            <a:r>
              <a:rPr dirty="0" err="1"/>
              <a:t>чрез</a:t>
            </a:r>
            <a:r>
              <a:rPr dirty="0"/>
              <a:t> Data Annotations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Допълнителни функционалности</a:t>
            </a:r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64255"/>
            <a:ext cx="8229600" cy="399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1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Потребителски интерфейс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Responsive </a:t>
            </a:r>
            <a:r>
              <a:rPr dirty="0" err="1"/>
              <a:t>дизайн</a:t>
            </a:r>
            <a:r>
              <a:rPr dirty="0"/>
              <a:t> с Bootstrap</a:t>
            </a:r>
          </a:p>
          <a:p>
            <a:r>
              <a:rPr dirty="0" err="1" smtClean="0"/>
              <a:t>Навигационно</a:t>
            </a:r>
            <a:r>
              <a:rPr dirty="0" smtClean="0"/>
              <a:t> </a:t>
            </a:r>
            <a:r>
              <a:rPr dirty="0" err="1"/>
              <a:t>меню</a:t>
            </a:r>
            <a:endParaRPr dirty="0"/>
          </a:p>
          <a:p>
            <a:r>
              <a:rPr dirty="0" err="1" smtClean="0"/>
              <a:t>Таблични</a:t>
            </a:r>
            <a:r>
              <a:rPr dirty="0" smtClean="0"/>
              <a:t> </a:t>
            </a:r>
            <a:r>
              <a:rPr dirty="0" err="1"/>
              <a:t>визуализации</a:t>
            </a:r>
            <a:endParaRPr dirty="0"/>
          </a:p>
          <a:p>
            <a:r>
              <a:rPr dirty="0" err="1" smtClean="0"/>
              <a:t>Форми</a:t>
            </a:r>
            <a:r>
              <a:rPr dirty="0" smtClean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въвеждане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данни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Потребителски интерфейс</a:t>
            </a:r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84046"/>
            <a:ext cx="8229600" cy="395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9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Проектът демонстрира разработка на уеб приложение с модерни .NET технологии и реална бизнес логика.</a:t>
            </a:r>
          </a:p>
          <a:p>
            <a:r>
              <a:t>Подходящ е за обучение по Интернет програмиране.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182</Words>
  <Application>Microsoft Office PowerPoint</Application>
  <PresentationFormat>Презентация на цял екран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SchoolLibrary</vt:lpstr>
      <vt:lpstr>Обща информация</vt:lpstr>
      <vt:lpstr>Използвани технологии</vt:lpstr>
      <vt:lpstr>Архитектура</vt:lpstr>
      <vt:lpstr>Архитектура</vt:lpstr>
      <vt:lpstr>Основни модули</vt:lpstr>
      <vt:lpstr>Допълнителни функционалности</vt:lpstr>
      <vt:lpstr>Допълнителни функционалности</vt:lpstr>
      <vt:lpstr>Потребителски интерфейс</vt:lpstr>
      <vt:lpstr>Потребителски интерфейс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SchoolLibrary</dc:title>
  <dc:subject/>
  <dc:creator/>
  <cp:keywords/>
  <cp:lastModifiedBy>FUJITSU</cp:lastModifiedBy>
  <cp:revision>4</cp:revision>
  <dcterms:created xsi:type="dcterms:W3CDTF">2013-01-27T09:14:16Z</dcterms:created>
  <dcterms:modified xsi:type="dcterms:W3CDTF">2026-02-15T10:59:57Z</dcterms:modified>
  <cp:category/>
</cp:coreProperties>
</file>